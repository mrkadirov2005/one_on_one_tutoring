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Formatting Text, Lists, Links &amp; Images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1 · Saturday · Lesson 2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Now that you can build a page, let's make it richer: bold and italic text, bullet and numbered lists, clickable links, and pictures.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&lt;strong&gt; for bold, &lt;em&gt; for italic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&lt;br&gt; for a line break, &lt;hr&gt; for a divider line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Unordered (bullet) list: &lt;ul&gt;&lt;li&gt;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Ordered (numbered) list: &lt;ol&gt;&lt;li&gt;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Links: &lt;a href="..."&gt;text&lt;/a&gt;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Images: &lt;img src="..." alt="..."&gt;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strong makes text bold and important; em makes text emphasized (italic).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&lt;p&gt;This is &lt;strong&gt;important&lt;/strong&gt; and this is &lt;em&gt;emphasized&lt;/em&gt;.&lt;/p&gt;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br breaks to a new line; hr draws a horizontal divider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&lt;p&gt;Line one&lt;br&gt;Line two&lt;/p&gt;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&lt;hr&gt;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ul makes a bullet list, ol makes a numbered list — each item goes in &lt;li&gt;.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&lt;ul&gt;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&lt;li&gt;Apples&lt;/li&gt;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&lt;li&gt;Bananas&lt;/li&gt;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&lt;/ul&gt;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&lt;ol&gt;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&lt;li&gt;Wake up&lt;/li&gt;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&lt;li&gt;Brush teeth&lt;/li&gt;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&lt;/ol&gt;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href is the address the link goes to; the text between the tags is what people click.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&lt;a href="https://www.google.com"&gt;Go to Google&lt;/a&gt;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src is the image file; alt describes the image (for people who can't see it).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&lt;img src="cat.jpg" alt="A cute orange cat"&gt;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small ‘My Favorite Things’ page: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&lt;h1&gt;My Favorite Things&lt;/h1&gt;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&lt;p&gt;I &lt;strong&gt;really&lt;/strong&gt; love pizza and I &lt;em&gt;kind of&lt;/em&gt; like broccoli.&lt;/p&gt;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&lt;ul&gt;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&lt;li&gt;Pizza&lt;/li&gt;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&lt;li&gt;Football&lt;/li&gt;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&lt;li&gt;Video games&lt;/li&gt;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&lt;/ul&gt;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&lt;a href="https://www.nasa.gov"&gt;Visit NASA&lt;/a&gt;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&lt;img src="space.jpg" alt="A photo of outer space"&gt;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  (Homework — due next Wednesday)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Review: make sure your page still has the correct doctype/html/head/body structure.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 bulleted list of 3 things you like.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 numbered list of 3 steps to do something (e.g. make a sandwich).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 link to your favorite website.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an image with a good alt text describing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