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Tables, Divs, Spans &amp; Semantic Tags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1 · Sunday · Lesson 3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Websites need ways to group content and show data in rows and columns. Today: tables for data, div/span as generic containers, and semantic tags that describe what a section of the page is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&lt;table&gt;, &lt;tr&gt; (row), &lt;td&gt; (cell), &lt;th&gt; (header cell)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&lt;div&gt; = a block container (starts on a new line)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&lt;span&gt; = an inline container (stays in the text flow)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Semantic tags: &lt;header&gt;, &lt;nav&gt;, &lt;main&gt;, &lt;footer&gt;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Semantic tags make pages easier to read and understand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table is built from rows (tr) made of cells (td); th is a bold header cell.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&lt;table&gt;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&lt;th&gt;Name&lt;/th&gt;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&lt;th&gt;Age&lt;/th&gt;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&lt;/tr&gt;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&lt;td&gt;Ali&lt;/td&gt;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&lt;td&gt;11&lt;/td&gt;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&lt;/tr&gt;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&lt;/table&gt;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div groups a block of content; span highlights a small piece of text inside a sentence.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&lt;div&gt;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This is a block. It starts on a new line.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&lt;/div&gt;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&lt;p&gt;This has a &lt;span&gt;highlighted word&lt;/span&gt; inside it.&lt;/p&gt;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Semantic tags name what each part of the page is for, instead of using plain divs everywhere.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&lt;header&gt;My Website&lt;/header&gt;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&lt;nav&gt;Home | About | Contact&lt;/nav&gt;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&lt;main&gt;Main content goes here.&lt;/main&gt;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&lt;footer&gt;Made by me, 2026&lt;/footer&gt;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simple class schedule table inside a semantic page layout: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&lt;header&gt;&lt;h1&gt;My Website&lt;/h1&gt;&lt;/header&gt;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&lt;nav&gt;Home | About&lt;/nav&gt;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&lt;main&gt;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&lt;table&gt;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&lt;tr&gt;&lt;th&gt;Day&lt;/th&gt;&lt;th&gt;Subject&lt;/th&gt;&lt;/tr&gt;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&lt;tr&gt;&lt;td&gt;Monday&lt;/td&gt;&lt;td&gt;Math&lt;/td&gt;&lt;/tr&gt;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&lt;tr&gt;&lt;td&gt;Tuesday&lt;/td&gt;&lt;td&gt;Art&lt;/td&gt;&lt;/tr&gt;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&lt;/table&gt;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&lt;/main&gt;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&lt;footer&gt;Thanks for visiting!&lt;/footer&gt;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Build a table showing 3 friends' names and favorite colors.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Wrap your page content in &lt;header&gt;, &lt;main&gt;, and &lt;footer&gt; tags.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Use a &lt;div&gt; to group the list you made in Lesson 2.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Use a &lt;span&gt; to highlight one word inside a paragraph.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check that your page still has a link and an image from Lesson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