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72591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2C5F2D"/>
                </a:solidFill>
              </a:rPr>
              <a:t>Tables, Divs, Spans &amp; Semantic Tags</a:t>
            </a:r>
          </a:p>
          <a:p>
            <a:pPr algn="ctr"/>
            <a:r>
              <a:rPr sz="2000">
                <a:solidFill>
                  <a:srgbClr val="666666"/>
                </a:solidFill>
              </a:rPr>
              <a:t>Week 1 · Sunday · Lesson 3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725912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222222"/>
                </a:solidFill>
              </a:rPr>
              <a:t>Websites need ways to group content and show data in rows and columns. Today: tables for data, div/span as generic containers, and semantic tags that describe what a section of the page is for.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Key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&lt;table&gt;, &lt;tr&gt; (row), &lt;td&gt; (cell), &lt;th&gt; (header cell)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&lt;div&gt; = a block container (starts on a new line)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&lt;span&gt; = an inline container (stays in the text flow)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Semantic tags: &lt;header&gt;, &lt;nav&gt;, &lt;main&gt;, &lt;footer&gt;</a:t>
            </a:r>
          </a:p>
          <a:p>
            <a:pPr>
              <a:spcAft>
                <a:spcPts val="1000"/>
              </a:spcAft>
            </a:pPr>
            <a:r>
              <a:rPr sz="2400">
                <a:solidFill>
                  <a:srgbClr val="222222"/>
                </a:solidFill>
              </a:rPr>
              <a:t>•  Semantic tags make pages easier to read and understand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1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A table is built from rows (tr) made of cells (td); th is a bold header cell.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&lt;table&gt;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&lt;tr&gt;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&lt;th&gt;Name&lt;/th&gt;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&lt;th&gt;Age&lt;/th&gt;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&lt;/tr&gt;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&lt;tr&gt;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&lt;td&gt;Ali&lt;/td&gt;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&lt;td&gt;11&lt;/td&gt;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&lt;/tr&gt;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&lt;/table&gt;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2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div groups a block of content; span highlights a small piece of text inside a sentence.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&lt;div&gt;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This is a block. It starts on a new line.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&lt;/div&gt;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&lt;p&gt;This has a &lt;span&gt;highlighted word&lt;/span&gt; inside it.&lt;/p&gt;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Code Sample 3 of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Semantic tags name what each part of the page is for, instead of using plain divs everywhere.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&lt;header&gt;My Website&lt;/header&gt;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&lt;nav&gt;Home | About | Contact&lt;/nav&gt;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&lt;main&gt;Main content goes here.&lt;/main&gt;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&lt;footer&gt;Made by me, 2026&lt;/footer&gt;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087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i="1">
                <a:solidFill>
                  <a:srgbClr val="1D4ED8"/>
                </a:solidFill>
              </a:rPr>
              <a:t>A simple class schedule table inside a semantic page layout: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4434840"/>
          </a:xfrm>
          <a:prstGeom prst="rect">
            <a:avLst/>
          </a:prstGeom>
          <a:solidFill>
            <a:srgbClr val="1E2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/>
            <a:r>
              <a:rPr sz="1600">
                <a:solidFill>
                  <a:srgbClr val="E6E6E6"/>
                </a:solidFill>
                <a:latin typeface="Menlo"/>
              </a:rPr>
              <a:t>&lt;header&gt;&lt;h1&gt;My Website&lt;/h1&gt;&lt;/header&gt;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&lt;nav&gt;Home | About&lt;/nav&gt;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&lt;main&gt;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&lt;table&gt;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&lt;tr&gt;&lt;th&gt;Day&lt;/th&gt;&lt;th&gt;Subject&lt;/th&gt;&lt;/tr&gt;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&lt;tr&gt;&lt;td&gt;Monday&lt;/td&gt;&lt;td&gt;Math&lt;/td&gt;&lt;/tr&gt;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  &lt;tr&gt;&lt;td&gt;Tuesday&lt;/td&gt;&lt;td&gt;Art&lt;/td&gt;&lt;/tr&gt;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  &lt;/table&gt;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&lt;/main&gt;</a:t>
            </a:r>
          </a:p>
          <a:p>
            <a:r>
              <a:rPr sz="1600">
                <a:solidFill>
                  <a:srgbClr val="E6E6E6"/>
                </a:solidFill>
                <a:latin typeface="Menlo"/>
              </a:rPr>
              <a:t>&lt;footer&gt;Thanks for visiting!&lt;/footer&gt;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167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C5F2D"/>
                </a:solidFill>
              </a:rP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72591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Build a table showing 3 friends' names and favorite colors.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Wrap your page content in &lt;header&gt;, &lt;main&gt;, and &lt;footer&gt; tags.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Use a &lt;div&gt; to group the list you made in Lesson 2.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Use a &lt;span&gt; to highlight one word inside a paragraph.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222222"/>
                </a:solidFill>
              </a:rPr>
              <a:t>•  Review: check that your page still has a link and an image from Lesson 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