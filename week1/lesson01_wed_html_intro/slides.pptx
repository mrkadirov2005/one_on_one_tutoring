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5F2D"/>
                </a:solidFill>
              </a:rPr>
              <a:t>What is HTML? Building Your First Web Page</a:t>
            </a:r>
          </a:p>
          <a:p>
            <a:pPr algn="ctr"/>
            <a:r>
              <a:rPr sz="2000">
                <a:solidFill>
                  <a:srgbClr val="666666"/>
                </a:solidFill>
              </a:rPr>
              <a:t>Week 1 · Wednesday · Lesson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222"/>
                </a:solidFill>
              </a:rPr>
              <a:t>HTML (HyperText Markup Language) is the language used to build the content of every website. It uses ‘tags’ to tell the browser what each piece of text is — a title, a paragraph, and so on. Today we write our very first web page from scratch.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HTML is the structure (skeleton) of a webpage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Tags come in pairs: an opening tag and a closing tag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Every page starts with &lt;!DOCTYPE html&gt;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&lt;html&gt;, &lt;head&gt;, and &lt;body&gt; are the three main parts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Headings &lt;h1&gt;–&lt;h6&gt; and paragraphs &lt;p&gt;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Comments &lt;!-- --&gt; are notes the browser ignores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This line tells the browser: ‘this is a modern HTML page’.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&lt;!DOCTYPE html&gt;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The &lt;html&gt; tag wraps everything on the page.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&lt;html&gt;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...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&lt;/html&gt;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&lt;head&gt; holds info about the page (like the browser tab title). &lt;body&gt; holds what you actually SEE.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&lt;head&gt;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&lt;title&gt;My Page&lt;/title&gt;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&lt;/head&gt;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&lt;body&gt;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...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&lt;/body&gt;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Headings go from biggest (h1) to smallest (h6). Paragraphs hold normal 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&lt;h1&gt;Biggest Title&lt;/h1&gt;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&lt;h2&gt;Smaller Title&lt;/h2&gt;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&lt;p&gt;This is a paragraph of text.&lt;/p&gt;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Comments are notes for humans — the browser skips them completely.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&lt;!-- This is a comment, the browser ignores it --&gt;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tiny but complete web page: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&lt;!DOCTYPE html&gt;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&lt;html&gt;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&lt;head&gt;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&lt;title&gt;My First Page&lt;/title&gt;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&lt;/head&gt;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&lt;body&gt;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&lt;!-- This page is about me --&gt;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&lt;h1&gt;Hello, I'm Ali!&lt;/h1&gt;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&lt;p&gt;I am learning HTML this month.&lt;/p&gt;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&lt;/body&gt;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&lt;/html&gt;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Create a new file called index.html with the basic structure (doctype, html, head with a title, body).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Add one &lt;h1&gt; heading with your name.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Add two &lt;p&gt; paragraphs about your favorite hobby.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Add a comment above the body explaining what the page is about.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