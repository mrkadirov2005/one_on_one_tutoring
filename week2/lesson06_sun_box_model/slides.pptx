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The CSS Box Model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2 · Sunday · Lesson 6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Every HTML element is a box! Today we learn the 4 layers of every box — content, padding, border, and margin — and how to control width and height.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Every element on a page is a rectangular box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Order (inside to outside): content → padding → border → margin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width and height control the content size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padding = space inside the border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margin = space outside the border, between elements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width and height set the size of the box's content area.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div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width: 200px;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height: 100px;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padding adds space inside the box; border draws a line around it; margin adds space outside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div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padding: 10px;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border: 2px solid black;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margin: 20px;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Four numbers set top, right, bottom, left — in that order, clockwise.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/* top right bottom left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div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padding: 10px 20px 10px 20px;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simple styled ‘card’ box: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.card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width: 220px;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padding: 16px;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border: 2px solid #4a7c59;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margin: 20px;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background-color: #eef6ee;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Pick one &lt;div&gt; on your page and give it a width, padding, border, and margin.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Change its background-color.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Try changing the margin and padding numbers and see what happens.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make sure your CSS is still inside a &lt;style&gt; tag (Lesson 5).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your &lt;h1&gt; should still have a color from Lesson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