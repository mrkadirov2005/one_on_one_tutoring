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Intro to CSS — Making Pages Pretty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2 · Saturday · Lesson 5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CSS (Cascading Style Sheets) controls how HTML looks — colors, fonts, spacing. Today we learn the 3 ways to add CSS and how to ‘select’ which HTML elements to style.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CSS is the styling language for HTML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Inline CSS: a style="..." attribute on one tag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Internal CSS: a &lt;style&gt; block inside &lt;head&gt;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External CSS: a separate .css file linked with &lt;link&gt;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Selectors: element (p), class (.name), id (#name)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Common properties: color, background-color, font-family, font-size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Inline CSS styles just one single tag, written right on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&lt;p style="color: blue;"&gt;Blue text&lt;/p&gt;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Internal CSS goes inside a &lt;style&gt; tag in the &lt;head&gt; and can style the whole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p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color: green;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&lt;/style&gt;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External CSS lives in its own .css file and is linked into the HTML page.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&lt;link rel="stylesheet" href="style.css"&gt;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/* inside style.css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p { color: purple;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class selector (.name) can be reused on many tags; an id selector (#name) is for one unique tag.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p { color: black; }        /* every paragraph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.highlight { color: red; }  /* class="highlight"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#title { font-size: 30px; } /* id="title" */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page styled with an internal &lt;style&gt; block: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&lt;head&gt;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#title { color: darkgreen; font-size: 32px;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  .highlight { color: orange; font-family: Arial; }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&lt;/style&gt;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&lt;/head&gt;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&lt;body&gt;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&lt;h1 id="title"&gt;Welcome!&lt;/h1&gt;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&lt;p class="highlight"&gt;This paragraph stands out.&lt;/p&gt;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&lt;/body&gt;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  (Homework — due next Wednesday)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Add an internal &lt;style&gt; block to your page from Lesson 4.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Give your &lt;h1&gt; a color and a font-family.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Create a class called .highlight and use it on one paragraph.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Give one element an id and style it differently using that id.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B45309"/>
                </a:solidFill>
              </a:rPr>
              <a:t>•  Review: check your form, table, list, link and image are all still on the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