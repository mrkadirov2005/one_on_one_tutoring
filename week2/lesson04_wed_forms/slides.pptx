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5F2D"/>
                </a:solidFill>
              </a:rPr>
              <a:t>Forms &amp; Inputs — Getting Info From Users</a:t>
            </a:r>
          </a:p>
          <a:p>
            <a:pPr algn="ctr"/>
            <a:r>
              <a:rPr sz="2000">
                <a:solidFill>
                  <a:srgbClr val="666666"/>
                </a:solidFill>
              </a:rPr>
              <a:t>Week 2 · Wednesday · Lesson 4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222"/>
                </a:solidFill>
              </a:rPr>
              <a:t>Forms let a website ask the user questions, like a name or an email address. Today we learn the basic pieces of a form — later, JavaScript will make them actually do something.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&lt;form&gt; wraps all the pieces of a form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&lt;input type="text"&gt; for typed answers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&lt;input type="number"&gt;, type="email" for special answers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&lt;label&gt; describes what an input is for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&lt;input type="checkbox"&gt; for yes/no choices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&lt;button&gt; to submit the 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label describes the input; the for and id must match so they're connected.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&lt;label for="name"&gt;Your Name:&lt;/label&gt;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&lt;input type="text" id="name" name="name"&gt;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type changes what kind of answer the input expects.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&lt;input type="number" placeholder="Your age"&gt;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&lt;input type="email" placeholder="you@example.com"&gt;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checkbox can be checked or unchecked — great for yes/no questions.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&lt;input type="checkbox" id="agree"&gt;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&lt;label for="agree"&gt;I agree&lt;/label&gt;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button submits the form when clicked.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&lt;button&gt;Submit&lt;/button&gt;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simple sign-up form: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&lt;h1&gt;Sign Up&lt;/h1&gt;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&lt;form&gt;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&lt;label for="name"&gt;Name:&lt;/label&gt;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&lt;input type="text" id="name"&gt;&lt;br&gt;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&lt;label for="email"&gt;Email:&lt;/label&gt;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&lt;input type="email" id="email"&gt;&lt;br&gt;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&lt;input type="checkbox" id="fun"&gt;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&lt;label for="fun"&gt;I like having fun&lt;/label&gt;&lt;br&gt;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&lt;button&gt;Submit&lt;/button&gt;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&lt;/form&gt;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Build a small form asking for a name and favorite color (text inputs).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Add a submit button to your form.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Add one checkbox for ‘I like pizza’.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Put your form inside a &lt;main&gt; tag with an &lt;h1&gt; title above it.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Review: add a table under the form with 2 example rows of data (Lesson 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