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Operators, If/Else &amp; Simple Functions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4 · Saturday · Lesson 11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Now let's make JavaScript make decisions and reuse code. We'll learn math and comparison operators, if/else statements, and how to write our own simple functions.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Math operators: +, -, *, /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Comparison operators: ===, &gt;, &lt;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if / else statements make decisions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Functions let us reuse a block of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Math operators work just like in math class.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let total = 5 + 3;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let result = 10 - 4;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Comparison operators check something and give back true or false.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console.log(5 &gt; 3);    // true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console.log(5 === 5);  //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if runs code only when the condition is true; else runs when it's false.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let age = 11;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if (age &gt;= 10)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console.log("You are a preteen or older!");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 else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console.log("You are younger than 10.");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function is a named, reusable block of code. We call it by its name.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function greet(name)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console.log("Hello, " + name + "!");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greet("Ali");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function that checks if a number is even or odd: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function checkNumber(n)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if (n % 2 === 0)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console.log(n + " is even");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} else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console.log(n + " is odd");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}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checkNumber(4);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checkNumber(7);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  (Homework — due next Wednesday)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Write a function called greet that takes a name and logs ‘Hello, [name]!’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Call your greet function with both students' names.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Write an if/else that checks if a number is even or odd (hint: number % 2 === 0).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Combine the two ideas into one function called isEven(number).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Review: keep your console.log messages from Lesson 10 working alongside the new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