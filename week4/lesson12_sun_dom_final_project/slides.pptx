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5F2D"/>
                </a:solidFill>
              </a:rPr>
              <a:t>DOM Basics &amp; Final Project — Bringing It All Together</a:t>
            </a:r>
          </a:p>
          <a:p>
            <a:pPr algn="ctr"/>
            <a:r>
              <a:rPr sz="2000">
                <a:solidFill>
                  <a:srgbClr val="666666"/>
                </a:solidFill>
              </a:rPr>
              <a:t>Week 4 · Sunday · Lesson 12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22222"/>
                </a:solidFill>
              </a:rPr>
              <a:t>The DOM (Document Object Model) is how JavaScript ‘sees’ and changes your HTML. Today: selecting elements, changing their text/style, reacting to clicks, and building one final project using HTML + CSS + JS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The DOM is JavaScript's live map of the HTML page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document.getElementById() / document.querySelector() select elements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.textContent changes an element's text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.style changes an element's CSS from JavaScript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addEventListener("click", ...) reacts to clicks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getElementById finds one element by its id; querySelector finds one by a CSS-style selector.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const title = document.getElementById("title");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const box = document.querySelector(".card");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Once selected, we can change what an element shows and how it looks.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title.textContent = "New Title!";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title.style.color = "red";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addEventListener runs a function every time that event (like a click) happens.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const button = document.querySelector("button");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button.addEventListener("click", function()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console.log("Button was clicked!");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We can combine selecting and events to make a button change the page.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button.addEventListener("click", function()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title.style.color = "blue";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button that changes the profile card's heading when clicked: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const heading = document.querySelector("h2");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const button = document.querySelector("button");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button.addEventListener("click", function()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heading.textContent = "Thanks for clicking!";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heading.style.color = "blue";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Add a button to your profile card page (Lesson 9).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Use document.querySelector to select the button and your &lt;h2&gt; name heading.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Add a click event: when clicked, change the heading's text and color.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Bonus: add a second button that changes the background-color of the whole page.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Final Project: present your complete profile card page (HTML + CSS + JS) — structure, styling, and the interactive button.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