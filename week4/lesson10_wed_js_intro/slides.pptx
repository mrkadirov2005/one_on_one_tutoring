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5F2D"/>
                </a:solidFill>
              </a:rPr>
              <a:t>Intro to JavaScript — Making Pages Interactive</a:t>
            </a:r>
          </a:p>
          <a:p>
            <a:pPr algn="ctr"/>
            <a:r>
              <a:rPr sz="2000">
                <a:solidFill>
                  <a:srgbClr val="666666"/>
                </a:solidFill>
              </a:rPr>
              <a:t>Week 4 · Wednesday · Lesson 10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222"/>
                </a:solidFill>
              </a:rPr>
              <a:t>JavaScript (JS) is the language that makes webpages DO things — react to clicks, calculate numbers, change content. Today: variables, basic data types, printing messages, and linking a JS file to HTML.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JavaScript is the behavior layer of a webpage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Variables store information: let and const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Data types: string (text), number, boolean (true/false)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console.log() prints a message so we can check our code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Linking JS to HTML with &lt;script src="..."&gt;&lt;/script&gt;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let makes a variable that can change later; const makes one that can't.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let name = "Ali";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const age = 11;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Every value has a type: text (string), numbers, or true/false (boolean).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let message = "Hello!";  // string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let count = 5;            // number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let isFun = true;         // boolean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console.log prints a message to the browser's console so we can see what our code is doing.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console.log("Hello, world!");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console.log(age);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This links a JavaScript file to your HTML page, usually near the end of &lt;body&gt;.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&lt;script src="script.js"&gt;&lt;/script&gt;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&lt;!-- put this near the end of &lt;body&gt; --&gt;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simple script.js that builds and logs a greeting: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let name = "Ali";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let age = 11;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console.log("Hi, I'm " + name + " and I'm " + age + " years old.");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Create a script.js file and link it to your HTML page.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Declare a variable for your name and one for your age.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Use console.log to print ‘Hi, I'm [name] and I'm [age] years old.’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Open the browser console (right-click → Inspect → Console) and check your message appears.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Review: your HTML page should still show your profile card from Lesson 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