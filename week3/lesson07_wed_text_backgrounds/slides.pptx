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Styling Text &amp; Backgrounds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3 · Wednesday · Lesson 7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Let's make our pages look more finished: better fonts, text alignment, and background colors.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font-family sets the typeface (with backup fonts)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font-size and font-weight control text size and boldness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text-align: left, center, or right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background-color colors the whole box behind the content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background-image can add a picture behind content (used carefully)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font-family can list several fonts — the browser uses the first one it has.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body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font-family: Arial, sans-serif;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font-size: 18px;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font-weight controls boldness; text-align controls horizontal 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h1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font-weight: bold;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text-align: center;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background-color fills the box behind the text with a color.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body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background-color: #f0f8ff;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background-image puts a picture behind the content of a box.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div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background-image: url("bg.jpg");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page with a centered heading and a light background: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&lt;style&gt;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body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font-family: Arial, sans-serif;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background-color: #f0f8ff;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h1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text-align: center;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font-weight: bold;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&lt;/style&gt;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Change your whole page's font-family and font-size on the body.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Center your &lt;h1&gt; using text-align.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Give your page's &lt;body&gt; a light background-color.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Review: your card &lt;div&gt; (Lesson 6) should still have padding/border/margin.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Review: your form and table (Lessons 3–4) should still be visible on the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