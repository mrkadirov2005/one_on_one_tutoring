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591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5F2D"/>
                </a:solidFill>
              </a:rPr>
              <a:t>Flexbox Basics — Arranging Things in a Row</a:t>
            </a:r>
          </a:p>
          <a:p>
            <a:pPr algn="ctr"/>
            <a:r>
              <a:rPr sz="2000">
                <a:solidFill>
                  <a:srgbClr val="666666"/>
                </a:solidFill>
              </a:rPr>
              <a:t>Week 3 · Saturday · Lesson 8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591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222222"/>
                </a:solidFill>
              </a:rPr>
              <a:t>Flexbox is a simple, powerful way to line boxes up side by side (or stack them) and control the spacing between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Key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display: flex turns a container into a flex layout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flex-direction: row (default) or column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justify-content lines items up along the main direction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align-items lines items up across the other direction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gap adds space between flex items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display: flex makes the direct children line up automatically.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.container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display: flex;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flex-direction chooses whether items go in a row or a column.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.container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flex-direction: row; /* or column */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justify-content spaces items out: center, space-between, flex-end, etc.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.container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justify-content: center; /* or space-between */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align-items lines items up on the cross axis; gap adds even spacing between them.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.container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align-items: center;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gap: 10px;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Three cards placed in a row and centered: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&lt;style&gt;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.container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display: flex;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justify-content: center;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align-items: center;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gap: 15px;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}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&lt;/style&gt;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&lt;div class="container"&gt;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&lt;div class="card"&gt;Card 1&lt;/div&gt;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&lt;div class="card"&gt;Card 2&lt;/div&gt;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&lt;div class="card"&gt;Card 3&lt;/div&gt;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&lt;/div&gt;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Exercises  (Homework — due next Wednesday)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Put your list items (Lesson 2) or 3 divs inside one container div.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Give the container display: flex.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Try justify-content: center and then space-between — which do you prefer?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Add a gap between the items.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Review: keep your box-model styling (padding/border) on each item (Lesson 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