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377440"/>
            <a:ext cx="10725912" cy="2011680"/>
          </a:xfrm>
          <a:prstGeom prst="rect">
            <a:avLst/>
          </a:prstGeom>
          <a:noFill/>
        </p:spPr>
        <p:txBody>
          <a:bodyPr wrap="square">
            <a:spAutoFit/>
          </a:bodyPr>
          <a:lstStyle/>
          <a:p>
            <a:pPr algn="ctr"/>
            <a:r>
              <a:rPr sz="4000" b="1">
                <a:solidFill>
                  <a:srgbClr val="2C5F2D"/>
                </a:solidFill>
              </a:rPr>
              <a:t>Mini Project: Build a Profile Card Page</a:t>
            </a:r>
          </a:p>
          <a:p>
            <a:pPr algn="ctr"/>
            <a:r>
              <a:rPr sz="2000">
                <a:solidFill>
                  <a:srgbClr val="666666"/>
                </a:solidFill>
              </a:rPr>
              <a:t>Week 3 · Sunday · Lesson 9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Description</a:t>
            </a:r>
          </a:p>
        </p:txBody>
      </p:sp>
      <p:sp>
        <p:nvSpPr>
          <p:cNvPr id="3" name="TextBox 2"/>
          <p:cNvSpPr txBox="1"/>
          <p:nvPr/>
        </p:nvSpPr>
        <p:spPr>
          <a:xfrm>
            <a:off x="731520" y="1554480"/>
            <a:ext cx="10725912" cy="4754880"/>
          </a:xfrm>
          <a:prstGeom prst="rect">
            <a:avLst/>
          </a:prstGeom>
          <a:noFill/>
        </p:spPr>
        <p:txBody>
          <a:bodyPr wrap="square">
            <a:spAutoFit/>
          </a:bodyPr>
          <a:lstStyle/>
          <a:p>
            <a:r>
              <a:rPr sz="2200">
                <a:solidFill>
                  <a:srgbClr val="222222"/>
                </a:solidFill>
              </a:rPr>
              <a:t>No brand-new topic today — instead we combine everything from Weeks 1–3 (HTML structure, text, lists, links, images, tables, forms, CSS styling, the box model, and flexbox) to build one complete ‘About Me’ profile card page.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Key Concepts</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400">
                <a:solidFill>
                  <a:srgbClr val="222222"/>
                </a:solidFill>
              </a:rPr>
              <a:t>•  Planning a page before coding it</a:t>
            </a:r>
          </a:p>
          <a:p>
            <a:pPr>
              <a:spcAft>
                <a:spcPts val="1000"/>
              </a:spcAft>
            </a:pPr>
            <a:r>
              <a:rPr sz="2400">
                <a:solidFill>
                  <a:srgbClr val="222222"/>
                </a:solidFill>
              </a:rPr>
              <a:t>•  Combining HTML structure with CSS styling</a:t>
            </a:r>
          </a:p>
          <a:p>
            <a:pPr>
              <a:spcAft>
                <a:spcPts val="1000"/>
              </a:spcAft>
            </a:pPr>
            <a:r>
              <a:rPr sz="2400">
                <a:solidFill>
                  <a:srgbClr val="222222"/>
                </a:solidFill>
              </a:rPr>
              <a:t>•  Using flexbox to lay out a card</a:t>
            </a:r>
          </a:p>
          <a:p>
            <a:pPr>
              <a:spcAft>
                <a:spcPts val="1000"/>
              </a:spcAft>
            </a:pPr>
            <a:r>
              <a:rPr sz="2400">
                <a:solidFill>
                  <a:srgbClr val="222222"/>
                </a:solidFill>
              </a:rPr>
              <a:t>•  Reusing everything learned so far in one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1 of 3</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A card is just a div holding an image, a heading, and a paragraph.</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&lt;div class="card"&gt;</a:t>
            </a:r>
          </a:p>
          <a:p>
            <a:r>
              <a:rPr sz="1600">
                <a:solidFill>
                  <a:srgbClr val="E6E6E6"/>
                </a:solidFill>
                <a:latin typeface="Menlo"/>
              </a:rPr>
              <a:t>  &lt;img src="me.jpg" alt="My photo"&gt;</a:t>
            </a:r>
          </a:p>
          <a:p>
            <a:r>
              <a:rPr sz="1600">
                <a:solidFill>
                  <a:srgbClr val="E6E6E6"/>
                </a:solidFill>
                <a:latin typeface="Menlo"/>
              </a:rPr>
              <a:t>  &lt;h2&gt;My Name&lt;/h2&gt;</a:t>
            </a:r>
          </a:p>
          <a:p>
            <a:r>
              <a:rPr sz="1600">
                <a:solidFill>
                  <a:srgbClr val="E6E6E6"/>
                </a:solidFill>
                <a:latin typeface="Menlo"/>
              </a:rPr>
              <a:t>  &lt;p&gt;A short bio about me.&lt;/p&gt;</a:t>
            </a:r>
          </a:p>
          <a:p>
            <a:r>
              <a:rPr sz="1600">
                <a:solidFill>
                  <a:srgbClr val="E6E6E6"/>
                </a:solidFill>
                <a:latin typeface="Menlo"/>
              </a:rPr>
              <a:t>&lt;/div&gt;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2 of 3</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Flexbox + the box model together make a neat, centered card.</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.card {</a:t>
            </a:r>
          </a:p>
          <a:p>
            <a:r>
              <a:rPr sz="1600">
                <a:solidFill>
                  <a:srgbClr val="E6E6E6"/>
                </a:solidFill>
                <a:latin typeface="Menlo"/>
              </a:rPr>
              <a:t>  display: flex;</a:t>
            </a:r>
          </a:p>
          <a:p>
            <a:r>
              <a:rPr sz="1600">
                <a:solidFill>
                  <a:srgbClr val="E6E6E6"/>
                </a:solidFill>
                <a:latin typeface="Menlo"/>
              </a:rPr>
              <a:t>  flex-direction: column;</a:t>
            </a:r>
          </a:p>
          <a:p>
            <a:r>
              <a:rPr sz="1600">
                <a:solidFill>
                  <a:srgbClr val="E6E6E6"/>
                </a:solidFill>
                <a:latin typeface="Menlo"/>
              </a:rPr>
              <a:t>  align-items: center;</a:t>
            </a:r>
          </a:p>
          <a:p>
            <a:r>
              <a:rPr sz="1600">
                <a:solidFill>
                  <a:srgbClr val="E6E6E6"/>
                </a:solidFill>
                <a:latin typeface="Menlo"/>
              </a:rPr>
              <a:t>  padding: 20px;</a:t>
            </a:r>
          </a:p>
          <a:p>
            <a:r>
              <a:rPr sz="1600">
                <a:solidFill>
                  <a:srgbClr val="E6E6E6"/>
                </a:solidFill>
                <a:latin typeface="Menlo"/>
              </a:rPr>
              <a:t>  border: 2px solid #ccc;</a:t>
            </a:r>
          </a:p>
          <a:p>
            <a:r>
              <a:rPr sz="1600">
                <a:solidFill>
                  <a:srgbClr val="E6E6E6"/>
                </a:solidFill>
                <a:latin typeface="Menlo"/>
              </a:rPr>
              <a:t>  border-radius: 10px;</a:t>
            </a:r>
          </a:p>
          <a:p>
            <a:r>
              <a:rPr sz="1600">
                <a:solidFill>
                  <a:srgbClr val="E6E6E6"/>
                </a:solidFill>
                <a:latin typeface="Menlo"/>
              </a:rPr>
              <a:t>  width: 250px;</a:t>
            </a:r>
          </a:p>
          <a:p>
            <a:r>
              <a:rPr sz="1600">
                <a:solidFill>
                  <a:srgbClr val="E6E6E6"/>
                </a:solidFill>
                <a:latin typeface="Menlo"/>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3 of 3</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A list still works perfectly well inside a styled card.</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&lt;ul&gt;</a:t>
            </a:r>
          </a:p>
          <a:p>
            <a:r>
              <a:rPr sz="1600">
                <a:solidFill>
                  <a:srgbClr val="E6E6E6"/>
                </a:solidFill>
                <a:latin typeface="Menlo"/>
              </a:rPr>
              <a:t>  &lt;li&gt;Hobby 1&lt;/li&gt;</a:t>
            </a:r>
          </a:p>
          <a:p>
            <a:r>
              <a:rPr sz="1600">
                <a:solidFill>
                  <a:srgbClr val="E6E6E6"/>
                </a:solidFill>
                <a:latin typeface="Menlo"/>
              </a:rPr>
              <a:t>  &lt;li&gt;Hobby 2&lt;/li&gt;</a:t>
            </a:r>
          </a:p>
          <a:p>
            <a:r>
              <a:rPr sz="1600">
                <a:solidFill>
                  <a:srgbClr val="E6E6E6"/>
                </a:solidFill>
                <a:latin typeface="Menlo"/>
              </a:rPr>
              <a:t>&lt;/ul&gt;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Example</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A finished profile card, combining HTML + CSS from the whole month so far:</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&lt;div class="card"&gt;</a:t>
            </a:r>
          </a:p>
          <a:p>
            <a:r>
              <a:rPr sz="1600">
                <a:solidFill>
                  <a:srgbClr val="E6E6E6"/>
                </a:solidFill>
                <a:latin typeface="Menlo"/>
              </a:rPr>
              <a:t>  &lt;img src="me.jpg" alt="My photo"&gt;</a:t>
            </a:r>
          </a:p>
          <a:p>
            <a:r>
              <a:rPr sz="1600">
                <a:solidFill>
                  <a:srgbClr val="E6E6E6"/>
                </a:solidFill>
                <a:latin typeface="Menlo"/>
              </a:rPr>
              <a:t>  &lt;h2&gt;Ali&lt;/h2&gt;</a:t>
            </a:r>
          </a:p>
          <a:p>
            <a:r>
              <a:rPr sz="1600">
                <a:solidFill>
                  <a:srgbClr val="E6E6E6"/>
                </a:solidFill>
                <a:latin typeface="Menlo"/>
              </a:rPr>
              <a:t>  &lt;p&gt;I love football and video games.&lt;/p&gt;</a:t>
            </a:r>
          </a:p>
          <a:p>
            <a:r>
              <a:rPr sz="1600">
                <a:solidFill>
                  <a:srgbClr val="E6E6E6"/>
                </a:solidFill>
                <a:latin typeface="Menlo"/>
              </a:rPr>
              <a:t>  &lt;ul&gt;</a:t>
            </a:r>
          </a:p>
          <a:p>
            <a:r>
              <a:rPr sz="1600">
                <a:solidFill>
                  <a:srgbClr val="E6E6E6"/>
                </a:solidFill>
                <a:latin typeface="Menlo"/>
              </a:rPr>
              <a:t>    &lt;li&gt;Football&lt;/li&gt;</a:t>
            </a:r>
          </a:p>
          <a:p>
            <a:r>
              <a:rPr sz="1600">
                <a:solidFill>
                  <a:srgbClr val="E6E6E6"/>
                </a:solidFill>
                <a:latin typeface="Menlo"/>
              </a:rPr>
              <a:t>    &lt;li&gt;Video games&lt;/li&gt;</a:t>
            </a:r>
          </a:p>
          <a:p>
            <a:r>
              <a:rPr sz="1600">
                <a:solidFill>
                  <a:srgbClr val="E6E6E6"/>
                </a:solidFill>
                <a:latin typeface="Menlo"/>
              </a:rPr>
              <a:t>    &lt;li&gt;Drawing&lt;/li&gt;</a:t>
            </a:r>
          </a:p>
          <a:p>
            <a:r>
              <a:rPr sz="1600">
                <a:solidFill>
                  <a:srgbClr val="E6E6E6"/>
                </a:solidFill>
                <a:latin typeface="Menlo"/>
              </a:rPr>
              <a:t>  &lt;/ul&gt;</a:t>
            </a:r>
          </a:p>
          <a:p>
            <a:r>
              <a:rPr sz="1600">
                <a:solidFill>
                  <a:srgbClr val="E6E6E6"/>
                </a:solidFill>
                <a:latin typeface="Menlo"/>
              </a:rPr>
              <a:t>  &lt;a href="https://www.nasa.gov"&gt;My favorite website&lt;/a&gt;</a:t>
            </a:r>
          </a:p>
          <a:p>
            <a:r>
              <a:rPr sz="1600">
                <a:solidFill>
                  <a:srgbClr val="E6E6E6"/>
                </a:solidFill>
                <a:latin typeface="Menlo"/>
              </a:rPr>
              <a:t>&lt;/div&gt;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Exercises</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200">
                <a:solidFill>
                  <a:srgbClr val="222222"/>
                </a:solidFill>
              </a:rPr>
              <a:t>•  Build one ‘profile card’ div with your photo (or placeholder), your name as an &lt;h2&gt;, and a short bio paragraph.</a:t>
            </a:r>
          </a:p>
          <a:p>
            <a:pPr>
              <a:spcAft>
                <a:spcPts val="1000"/>
              </a:spcAft>
            </a:pPr>
            <a:r>
              <a:rPr sz="2200">
                <a:solidFill>
                  <a:srgbClr val="222222"/>
                </a:solidFill>
              </a:rPr>
              <a:t>•  Add a bulleted list of 3 hobbies inside the card.</a:t>
            </a:r>
          </a:p>
          <a:p>
            <a:pPr>
              <a:spcAft>
                <a:spcPts val="1000"/>
              </a:spcAft>
            </a:pPr>
            <a:r>
              <a:rPr sz="2200">
                <a:solidFill>
                  <a:srgbClr val="222222"/>
                </a:solidFill>
              </a:rPr>
              <a:t>•  Style the card using the box model (padding, border, width) and flexbox to arrange it.</a:t>
            </a:r>
          </a:p>
          <a:p>
            <a:pPr>
              <a:spcAft>
                <a:spcPts val="1000"/>
              </a:spcAft>
            </a:pPr>
            <a:r>
              <a:rPr sz="2200">
                <a:solidFill>
                  <a:srgbClr val="222222"/>
                </a:solidFill>
              </a:rPr>
              <a:t>•  Add a link at the bottom of the card to your favorite website.</a:t>
            </a:r>
          </a:p>
          <a:p>
            <a:pPr>
              <a:spcAft>
                <a:spcPts val="1000"/>
              </a:spcAft>
            </a:pPr>
            <a:r>
              <a:rPr sz="2200">
                <a:solidFill>
                  <a:srgbClr val="222222"/>
                </a:solidFill>
              </a:rPr>
              <a:t>•  Give the whole page a background-color and center the card on the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